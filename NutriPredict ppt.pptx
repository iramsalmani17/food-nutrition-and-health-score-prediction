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457200"/>
            <a:ext cx="2286000" cy="228600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54864" cy="2286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NutriPredict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Health Classification using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Python  •  scikit-learn  •  Flask Deployment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1188720" cy="64008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13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233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65960" y="3886200"/>
            <a:ext cx="1188720" cy="64008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913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4233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3886200"/>
            <a:ext cx="1188720" cy="64008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913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4233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114800" cy="329184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" cy="3291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thousands of food products available, consumers struggle to identify which foods are truly healthy. Nutritional labels are complex and hard to interpret.
</a:t>
            </a:r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</a:t>
            </a:r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this by automatically classifying any food as 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Healthy, Moderate, </a:t>
            </a:r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pPr indent="0" marL="0">
              <a:buNone/>
            </a:pPr>
            <a:r>
              <a:rPr lang="en-US" sz="12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11 key nutritional features per 100g.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4023360" cy="86868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1655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nutritional patterns across food categories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24328"/>
            <a:ext cx="4023360" cy="86868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custom health score from raw nutrients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648456"/>
            <a:ext cx="4023360" cy="86868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995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 SVM to classify foods into 3 tiers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114800" cy="173736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" cy="1737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07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01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Food Quality Prediction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373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show SVM outperforms Decision Trees &amp; Naive Bayes for multi-class food classification tasks, achieving 88–94% accuracy on nutritional datasets.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4114800" cy="1737360"/>
          </a:xfrm>
          <a:prstGeom prst="rect">
            <a:avLst/>
          </a:prstGeom>
          <a:solidFill>
            <a:srgbClr val="141F35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34440"/>
            <a:ext cx="54864" cy="173736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07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7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949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Scoring Systems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Nutri-Score (EU) and FSSAI guidelines (India) validate scoring foods based on nutrients-to-restrict (fat, sodium, sugar) vs. nutrients-to-encourage (protein, fiber).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14800" cy="173736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54680"/>
            <a:ext cx="54864" cy="1737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Health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confirms that engineered composite scores using penalty-reward weighting of macro/micronutrients yield more discriminative labels than raw values alone.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4114800" cy="1737360"/>
          </a:xfrm>
          <a:prstGeom prst="rect">
            <a:avLst/>
          </a:prstGeom>
          <a:solidFill>
            <a:srgbClr val="141F35"/>
          </a:solidFill>
          <a:ln w="19050">
            <a:solidFill>
              <a:srgbClr val="FF5C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154680"/>
            <a:ext cx="54864" cy="173736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39496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in SVM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RBF kernel, tuning C and γ parameters, consistently delivers optimal generalization. Cross-validation prevents overfitting on imbalanced class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100g)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44168" y="17373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7048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27048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27048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51176" y="17373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4056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4056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34056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34056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formula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58184" y="17373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41064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41064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941064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41064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/ Un.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65192" y="17373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8072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8072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48072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48072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kernels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17373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55080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gamma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tuning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79208" y="1737360"/>
            <a:ext cx="16459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62088" y="1280160"/>
            <a:ext cx="1005840" cy="9144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088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562088" y="16642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62088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CM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2907792"/>
            <a:ext cx="4114800" cy="182880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2907792"/>
            <a:ext cx="54864" cy="1828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Formula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 score = 100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 − Sodium/15  − Sugars×2.5  − Fat×4  − Carbs×1.5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0352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 + Protein×2  + Dietary Fiber×3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" y="4215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 clip(score, 0, 100)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2907792"/>
            <a:ext cx="4114800" cy="1828800"/>
          </a:xfrm>
          <a:prstGeom prst="rect">
            <a:avLst/>
          </a:prstGeom>
          <a:solidFill>
            <a:srgbClr val="141F35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2907792"/>
            <a:ext cx="54864" cy="18288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Kernel Comparison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65192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(default) — Best generalization on non-linear data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65192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Faster but lower accuracy on this dataset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65192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— Moderate, prone to overfitting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65192" y="4215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— Lowest accuracy among all kernels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— Nutritional Features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measured per 100g of food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Vitamins • mg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1463040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463040"/>
            <a:ext cx="45720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Vitamins • mg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8304" y="1463040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8304" y="146304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• mg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94576" y="1463040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146304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4304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• mg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267712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267712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2615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• mg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42032" y="2267712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42032" y="2267712"/>
            <a:ext cx="45720" cy="65836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2615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• kcal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8304" y="2267712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8304" y="2267712"/>
            <a:ext cx="45720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2615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✓ • 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94576" y="2267712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94576" y="2267712"/>
            <a:ext cx="45720" cy="658368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04304" y="2615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• 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072384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072384"/>
            <a:ext cx="45720" cy="658368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" y="34198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• 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42032" y="3072384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42032" y="3072384"/>
            <a:ext cx="45720" cy="658368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51760" y="34198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• 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18304" y="3072384"/>
            <a:ext cx="2057400" cy="658368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18304" y="3072384"/>
            <a:ext cx="45720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127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Fiber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28032" y="34198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✓ • 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37960" y="1463040"/>
            <a:ext cx="2240280" cy="2560320"/>
          </a:xfrm>
          <a:prstGeom prst="rect">
            <a:avLst/>
          </a:prstGeom>
          <a:solidFill>
            <a:srgbClr val="141F35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537960" y="1463040"/>
            <a:ext cx="54864" cy="256032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56832" y="19202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6092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cleaned_nutrition_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dataset_per100g.csv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56832" y="2423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60920" y="2423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56832" y="29260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60920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health_category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56832" y="34290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6092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&amp; Model Results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697480" cy="2011680"/>
          </a:xfrm>
          <a:prstGeom prst="rect">
            <a:avLst/>
          </a:prstGeom>
          <a:solidFill>
            <a:srgbClr val="141F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≥ 75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protein, fiber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sodium, sugar, fat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2011680"/>
          </a:xfrm>
          <a:prstGeom prst="rect">
            <a:avLst/>
          </a:prstGeom>
          <a:solidFill>
            <a:srgbClr val="141F35"/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55848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55848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50–74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in moderation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1234440"/>
            <a:ext cx="2697480" cy="2011680"/>
          </a:xfrm>
          <a:prstGeom prst="rect">
            <a:avLst/>
          </a:prstGeom>
          <a:solidFill>
            <a:srgbClr val="141F35"/>
          </a:solidFill>
          <a:ln w="19050">
            <a:solidFill>
              <a:srgbClr val="FF5C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❌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08776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Unhealthy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08776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&lt; 50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08776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sugar / sodium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nutritional profile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Best Model (GridSearchCV + RBF Kernel)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30752"/>
          <a:ext cx="8412480" cy="10972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560320"/>
                <a:gridCol w="25603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~92–95%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cross-validated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= RBF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per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 dominates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=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all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8C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697480" cy="164592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Heatmap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null patterns using seaborn heatmap — confirmed dataset is clean after dropna()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164592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234440"/>
            <a:ext cx="54864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55848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Histplots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1305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distributions for all 11 features — identified skew in Sodium and Sugar columns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234440"/>
            <a:ext cx="2697480" cy="164592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234440"/>
            <a:ext cx="54864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08776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08776" y="21305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Coolwarm heatmap — Calories strongly correlated with Fat; Fiber inversely correlated with Unhealthy class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97480" cy="164592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63240"/>
            <a:ext cx="54864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593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for each feature — Fat and Sodium showed significant upper outliers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3063240"/>
            <a:ext cx="2697480" cy="164592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3063240"/>
            <a:ext cx="54864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5584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9593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 showed balanced-enough class distribution after threshold-based labeling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71616" y="3063240"/>
            <a:ext cx="2697480" cy="1645920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3063240"/>
            <a:ext cx="54864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08776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08776" y="39593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nutrients pairplot (hue=health_category) — clear cluster separation between Healthy and Unhealthy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Architecture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1691640" cy="118872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67128" y="1856232"/>
            <a:ext cx="29260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61872"/>
            <a:ext cx="1691640" cy="118872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78808" y="1856232"/>
            <a:ext cx="29260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261872"/>
            <a:ext cx="1691640" cy="118872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80560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SVM.pkl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90488" y="1856232"/>
            <a:ext cx="29260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1261872"/>
            <a:ext cx="1691640" cy="118872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92240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/ Un.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606040"/>
            <a:ext cx="4114800" cy="2148840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606040"/>
            <a:ext cx="54864" cy="2148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Files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GridSearchCV SVM estimator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3419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419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StandardScaler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" y="38039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label_encoder.pkl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LabelEncoder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1168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(POST /predict)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2606040"/>
            <a:ext cx="4069080" cy="2148840"/>
          </a:xfrm>
          <a:prstGeom prst="rect">
            <a:avLst/>
          </a:prstGeom>
          <a:solidFill>
            <a:srgbClr val="141F35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606040"/>
            <a:ext cx="54864" cy="21488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Free Tier Deployment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64608" y="3035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38928" y="3035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Ubuntu t2.micro EC2 instance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64608" y="33832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38928" y="3383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via WinSCP (SFTP)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64608" y="37307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3892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PuTTY (SSH + .ppk key)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64608" y="40782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38928" y="40782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 + run Gunicorn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64608" y="4425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38928" y="4425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 5000 in Security Group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NutriPredict  |  Food Health ML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141F35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" cy="8046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8992" y="1307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ML Pipeline Built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63677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→ EDA → Feature engineering → SVM training → Evaluation → Deployment, a full end-to-end ML workflow was implemented.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141F35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48840"/>
            <a:ext cx="54864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78992" y="2221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Successfully Engineered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55117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scoring formula penalizing sodium, sugar, fat, and carbs while rewarding protein and fiber provided meaningful classification labels.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141F35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54864" cy="8046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78992" y="3136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High Accuracy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46557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RBF kernel (C=10, gamma=scale) achieved the best accuracy. The model generalizes well across all 3 health categories.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141F35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977640"/>
            <a:ext cx="54864" cy="80467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78992" y="4050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Deployed as Web App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437997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deployed on AWS EC2 (Ubuntu, t2.micro free tier). Users can input any food's nutrition values and get instant health classification.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7365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Deep Learning models (CNN/LSTM), real-time barcode scanning, mobile app integration, and expanded dataset with Indian regional foods.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822960"/>
            <a:ext cx="64008" cy="3474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i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389120" y="10058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NutriPredict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1600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Health Classification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Support Vector Machine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514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944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ML Capstone Project  •  Python  •  scikit-learn  •  Flask  •  AWS EC2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3401568"/>
            <a:ext cx="1261872" cy="32004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4015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79008" y="3401568"/>
            <a:ext cx="1261872" cy="32004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34015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68896" y="3401568"/>
            <a:ext cx="1261872" cy="32004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34015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3840480"/>
            <a:ext cx="1261872" cy="32004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79008" y="3840480"/>
            <a:ext cx="1261872" cy="32004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NutriPredict - Food Health Classification</dc:title>
  <dc:subject>PptxGenJS Presentation</dc:subject>
  <dc:creator>PptxGenJS</dc:creator>
  <cp:lastModifiedBy>PptxGenJS</cp:lastModifiedBy>
  <cp:revision>1</cp:revision>
  <dcterms:created xsi:type="dcterms:W3CDTF">2026-03-31T18:54:21Z</dcterms:created>
  <dcterms:modified xsi:type="dcterms:W3CDTF">2026-03-31T18:54:21Z</dcterms:modified>
</cp:coreProperties>
</file>